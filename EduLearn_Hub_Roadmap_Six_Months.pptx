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EduLearn Hub — 6‑Month Product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Oct 2025 – Mar 2026 • Product &amp; Marketing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&amp; North Star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Goal: Increase course starts, completion rate, and paid conversion while reducing time-to-value.</a:t>
            </a:r>
          </a:p>
          <a:p>
            <a:pPr/>
            <a:r>
              <a:rPr sz="1800"/>
              <a:t>North Star: Weekly Learning Minutes per Active Learner (WLM).</a:t>
            </a:r>
          </a:p>
          <a:p>
            <a:pPr/>
            <a:r>
              <a:rPr sz="1800"/>
              <a:t>Primary KPIs: Course Start Rate, D30 Completion, Paid CVR, DAU/MAU, NPS.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Oct–Nov: AI Recommendations MVP; Quiz Engine v1; Analytics dashboards.</a:t>
            </a:r>
          </a:p>
          <a:p>
            <a:pPr/>
            <a:r>
              <a:rPr sz="1800"/>
              <a:t>Nov–Dec: Course Launch Wave Q4 (20 new courses); Learning Paths 1.0.</a:t>
            </a:r>
          </a:p>
          <a:p>
            <a:pPr/>
            <a:r>
              <a:rPr sz="1800"/>
              <a:t>Dec: Holiday marketing campaign.</a:t>
            </a:r>
          </a:p>
          <a:p>
            <a:pPr/>
            <a:r>
              <a:rPr sz="1800"/>
              <a:t>Jan–Feb: Mobile App Beta (offline) + Gamification Lite; New Year 'Upskill 2026' campaign.</a:t>
            </a:r>
          </a:p>
          <a:p>
            <a:pPr/>
            <a:r>
              <a:rPr sz="1800"/>
              <a:t>Feb–Mar: Spaced Repetition; Creator Tools 2.0; Certificates &amp; Employer Verification; Partnerships pilots.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Prioritization (RICE-style, summarized)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High priority (R1): AI Recommendations MVP, Quiz Engine v1, Learning Paths 1.0, Analytics dashboards.</a:t>
            </a:r>
          </a:p>
          <a:p>
            <a:pPr/>
            <a:r>
              <a:rPr sz="1800"/>
              <a:t>Medium: Mobile App Beta + Offline, Gamification Lite, Spaced Repetition.</a:t>
            </a:r>
          </a:p>
          <a:p>
            <a:pPr/>
            <a:r>
              <a:rPr sz="1800"/>
              <a:t>Next: Creator Tools 2.0, Certificates &amp; Verification, Partnerships.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Dependencies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Data: content metadata quality required for recommendations &amp; learning paths.</a:t>
            </a:r>
          </a:p>
          <a:p>
            <a:pPr/>
            <a:r>
              <a:rPr sz="1800"/>
              <a:t>Mobile: app store approvals; offline DRM for paid content.</a:t>
            </a:r>
          </a:p>
          <a:p>
            <a:pPr/>
            <a:r>
              <a:rPr sz="1800"/>
              <a:t>Compliance: certificates/verification &amp; employer partnerships (data privacy).</a:t>
            </a:r>
          </a:p>
          <a:p>
            <a:pPr/>
            <a:r>
              <a:rPr sz="1800"/>
              <a:t>Risk mitigations: phased rollouts, feature flags, shadow traffic for AI, fallback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Timeline (Oct 2025 – Mar 2026)</a:t>
            </a:r>
          </a:p>
        </p:txBody>
      </p:sp>
      <p:pic>
        <p:nvPicPr>
          <p:cNvPr id="3" name="Picture 2" descr="EduLearn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